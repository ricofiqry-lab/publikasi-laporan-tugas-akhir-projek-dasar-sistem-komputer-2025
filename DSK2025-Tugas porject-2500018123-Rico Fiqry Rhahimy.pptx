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5" r:id="rId5"/>
    <p:sldId id="326" r:id="rId6"/>
    <p:sldId id="259" r:id="rId7"/>
    <p:sldId id="257" r:id="rId8"/>
    <p:sldId id="34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ID" b="1" dirty="0"/>
              <a:t>D</a:t>
            </a:r>
            <a:r>
              <a:rPr lang="en-US" b="1" dirty="0" err="1"/>
              <a:t>asar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komputer</a:t>
            </a:r>
            <a:br>
              <a:rPr lang="en-US" dirty="0"/>
            </a:b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kuliah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no </a:t>
            </a:r>
            <a:r>
              <a:rPr lang="en-US" dirty="0" err="1"/>
              <a:t>hari</a:t>
            </a:r>
            <a:r>
              <a:rPr lang="en-US" dirty="0"/>
              <a:t> 1-7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Rico </a:t>
            </a:r>
            <a:r>
              <a:rPr lang="en-US" dirty="0" err="1"/>
              <a:t>fiqry</a:t>
            </a:r>
            <a:r>
              <a:rPr lang="en-US" dirty="0"/>
              <a:t> </a:t>
            </a:r>
            <a:r>
              <a:rPr lang="en-US" dirty="0" err="1"/>
              <a:t>rhahimy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05840"/>
            <a:ext cx="4114800" cy="502118"/>
          </a:xfrm>
        </p:spPr>
        <p:txBody>
          <a:bodyPr/>
          <a:lstStyle/>
          <a:p>
            <a:r>
              <a:rPr lang="en-ID" dirty="0"/>
              <a:t>P</a:t>
            </a:r>
            <a:r>
              <a:rPr lang="en-US" dirty="0" err="1"/>
              <a:t>royek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F9A8541-A1CF-C5C8-EAB4-B3ECF1DD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601" y="2301240"/>
            <a:ext cx="10093693" cy="3233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Tujuan </a:t>
            </a:r>
            <a:r>
              <a:rPr lang="en-US" b="1" dirty="0" err="1"/>
              <a:t>pembuatan</a:t>
            </a:r>
            <a:r>
              <a:rPr lang="en-US" b="1" dirty="0"/>
              <a:t> </a:t>
            </a:r>
            <a:r>
              <a:rPr lang="en-US" b="1" dirty="0" err="1"/>
              <a:t>aplikasi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untuk</a:t>
            </a:r>
            <a:r>
              <a:rPr lang="en-US" dirty="0"/>
              <a:t>:</a:t>
            </a:r>
          </a:p>
          <a:p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nama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nomor</a:t>
            </a:r>
            <a:endParaRPr lang="en-US" dirty="0"/>
          </a:p>
          <a:p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</a:t>
            </a:r>
            <a:r>
              <a:rPr lang="en-US" dirty="0" err="1"/>
              <a:t>kuliah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libur</a:t>
            </a:r>
            <a:endParaRPr lang="en-US" dirty="0"/>
          </a:p>
          <a:p>
            <a:r>
              <a:rPr lang="en-US" dirty="0" err="1"/>
              <a:t>Melatih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, input-output, dan </a:t>
            </a:r>
            <a:r>
              <a:rPr lang="en-US" dirty="0" err="1"/>
              <a:t>percabangan</a:t>
            </a:r>
            <a:endParaRPr lang="en-US" dirty="0"/>
          </a:p>
          <a:p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sederhana</a:t>
            </a:r>
            <a:endParaRPr lang="en-US" dirty="0"/>
          </a:p>
          <a:p>
            <a:pPr marL="457200" lvl="1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4A78A8D-C619-0C58-DA48-FAB224ADE35D}"/>
              </a:ext>
            </a:extLst>
          </p:cNvPr>
          <p:cNvSpPr txBox="1"/>
          <p:nvPr/>
        </p:nvSpPr>
        <p:spPr>
          <a:xfrm>
            <a:off x="6410632" y="552435"/>
            <a:ext cx="44343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   </a:t>
            </a:r>
            <a:r>
              <a:rPr lang="en-US" sz="2000" b="1" dirty="0" err="1"/>
              <a:t>Proyek</a:t>
            </a:r>
            <a:r>
              <a:rPr lang="en-US" sz="2000" b="1" dirty="0"/>
              <a:t> </a:t>
            </a:r>
            <a:r>
              <a:rPr lang="en-US" sz="2000" b="1" dirty="0" err="1"/>
              <a:t>ini</a:t>
            </a:r>
            <a:r>
              <a:rPr lang="en-US" sz="2000" b="1" dirty="0"/>
              <a:t> </a:t>
            </a:r>
            <a:r>
              <a:rPr lang="en-US" sz="2000" b="1" dirty="0" err="1"/>
              <a:t>merupakan</a:t>
            </a:r>
            <a:r>
              <a:rPr lang="en-US" sz="2000" b="1" dirty="0"/>
              <a:t> </a:t>
            </a:r>
            <a:r>
              <a:rPr lang="en-US" sz="2000" b="1" dirty="0" err="1"/>
              <a:t>pembuatan</a:t>
            </a:r>
            <a:r>
              <a:rPr lang="en-US" sz="2000" b="1" dirty="0"/>
              <a:t> </a:t>
            </a:r>
            <a:r>
              <a:rPr lang="en-US" sz="2000" b="1" dirty="0" err="1"/>
              <a:t>aplikasi</a:t>
            </a:r>
            <a:r>
              <a:rPr lang="en-US" sz="2000" b="1" dirty="0"/>
              <a:t> </a:t>
            </a:r>
            <a:r>
              <a:rPr lang="en-US" sz="2000" b="1" dirty="0" err="1"/>
              <a:t>sederhana</a:t>
            </a:r>
            <a:r>
              <a:rPr lang="en-US" sz="2000" b="1" dirty="0"/>
              <a:t> </a:t>
            </a:r>
            <a:r>
              <a:rPr lang="en-US" sz="2000" b="1" dirty="0" err="1"/>
              <a:t>berbasis</a:t>
            </a:r>
            <a:r>
              <a:rPr lang="en-US" sz="2000" b="1" dirty="0"/>
              <a:t> console yang </a:t>
            </a:r>
            <a:r>
              <a:rPr lang="en-US" sz="2000" b="1" dirty="0" err="1"/>
              <a:t>berfungsi</a:t>
            </a:r>
            <a:r>
              <a:rPr lang="en-US" sz="2000" b="1" dirty="0"/>
              <a:t> </a:t>
            </a:r>
            <a:r>
              <a:rPr lang="en-US" sz="2000" b="1" dirty="0" err="1"/>
              <a:t>untuk</a:t>
            </a:r>
            <a:r>
              <a:rPr lang="en-US" sz="2000" b="1" dirty="0"/>
              <a:t> </a:t>
            </a:r>
            <a:r>
              <a:rPr lang="en-US" sz="2000" b="1" dirty="0" err="1"/>
              <a:t>menentukan</a:t>
            </a:r>
            <a:r>
              <a:rPr lang="en-US" sz="2000" b="1" dirty="0"/>
              <a:t> nama </a:t>
            </a:r>
            <a:r>
              <a:rPr lang="en-US" sz="2000" b="1" dirty="0" err="1"/>
              <a:t>hari</a:t>
            </a:r>
            <a:r>
              <a:rPr lang="en-US" sz="2000" b="1" dirty="0"/>
              <a:t> dan status </a:t>
            </a:r>
            <a:r>
              <a:rPr lang="en-US" sz="2000" b="1" dirty="0" err="1"/>
              <a:t>hari</a:t>
            </a:r>
            <a:r>
              <a:rPr lang="en-US" sz="2000" b="1" dirty="0"/>
              <a:t> </a:t>
            </a:r>
            <a:r>
              <a:rPr lang="en-US" sz="2000" b="1" dirty="0" err="1"/>
              <a:t>kuliah</a:t>
            </a:r>
            <a:r>
              <a:rPr lang="en-US" sz="2000" b="1" dirty="0"/>
              <a:t> </a:t>
            </a:r>
            <a:r>
              <a:rPr lang="en-US" sz="2000" b="1" dirty="0" err="1"/>
              <a:t>berdasarkan</a:t>
            </a:r>
            <a:r>
              <a:rPr lang="en-US" sz="2000" b="1" dirty="0"/>
              <a:t> input </a:t>
            </a:r>
            <a:r>
              <a:rPr lang="en-US" sz="2000" b="1" dirty="0" err="1"/>
              <a:t>dari</a:t>
            </a:r>
            <a:r>
              <a:rPr lang="en-US" sz="2000" b="1" dirty="0"/>
              <a:t> </a:t>
            </a:r>
            <a:r>
              <a:rPr lang="en-US" sz="2000" b="1" dirty="0" err="1"/>
              <a:t>pengguna</a:t>
            </a:r>
            <a:r>
              <a:rPr lang="en-US" sz="2000" b="1" dirty="0"/>
              <a:t>.</a:t>
            </a:r>
            <a:br>
              <a:rPr lang="en-US" sz="2000" b="1" dirty="0"/>
            </a:br>
            <a:r>
              <a:rPr lang="en-US" sz="2000" b="1" dirty="0"/>
              <a:t>   </a:t>
            </a:r>
            <a:r>
              <a:rPr lang="en-US" sz="2000" b="1" dirty="0" err="1"/>
              <a:t>Aplikasi</a:t>
            </a:r>
            <a:r>
              <a:rPr lang="en-US" sz="2000" b="1" dirty="0"/>
              <a:t> </a:t>
            </a:r>
            <a:r>
              <a:rPr lang="en-US" sz="2000" b="1" dirty="0" err="1"/>
              <a:t>bekerja</a:t>
            </a:r>
            <a:r>
              <a:rPr lang="en-US" sz="2000" b="1" dirty="0"/>
              <a:t> </a:t>
            </a:r>
            <a:r>
              <a:rPr lang="en-US" sz="2000" b="1" dirty="0" err="1"/>
              <a:t>dengan</a:t>
            </a:r>
            <a:r>
              <a:rPr lang="en-US" sz="2000" b="1" dirty="0"/>
              <a:t> </a:t>
            </a:r>
            <a:r>
              <a:rPr lang="en-US" sz="2000" b="1" dirty="0" err="1"/>
              <a:t>cara</a:t>
            </a:r>
            <a:r>
              <a:rPr lang="en-US" sz="2000" b="1" dirty="0"/>
              <a:t> </a:t>
            </a:r>
            <a:r>
              <a:rPr lang="en-US" sz="2000" b="1" dirty="0" err="1"/>
              <a:t>meminta</a:t>
            </a:r>
            <a:r>
              <a:rPr lang="en-US" sz="2000" b="1" dirty="0"/>
              <a:t> </a:t>
            </a:r>
            <a:r>
              <a:rPr lang="en-US" sz="2000" b="1" dirty="0" err="1"/>
              <a:t>pengguna</a:t>
            </a:r>
            <a:r>
              <a:rPr lang="en-US" sz="2000" b="1" dirty="0"/>
              <a:t> </a:t>
            </a:r>
            <a:r>
              <a:rPr lang="en-US" sz="2000" b="1" dirty="0" err="1"/>
              <a:t>memasukkan</a:t>
            </a:r>
            <a:r>
              <a:rPr lang="en-US" sz="2000" b="1" dirty="0"/>
              <a:t> </a:t>
            </a:r>
            <a:r>
              <a:rPr lang="en-US" sz="2000" b="1" dirty="0" err="1"/>
              <a:t>nomor</a:t>
            </a:r>
            <a:r>
              <a:rPr lang="en-US" sz="2000" b="1" dirty="0"/>
              <a:t> </a:t>
            </a:r>
            <a:r>
              <a:rPr lang="en-US" sz="2000" b="1" dirty="0" err="1"/>
              <a:t>hari</a:t>
            </a:r>
            <a:r>
              <a:rPr lang="en-US" sz="2000" b="1" dirty="0"/>
              <a:t> </a:t>
            </a:r>
            <a:r>
              <a:rPr lang="en-US" sz="2000" b="1" dirty="0" err="1"/>
              <a:t>dari</a:t>
            </a:r>
            <a:r>
              <a:rPr lang="en-US" sz="2000" b="1" dirty="0"/>
              <a:t> 1 </a:t>
            </a:r>
            <a:r>
              <a:rPr lang="en-US" sz="2000" b="1" dirty="0" err="1"/>
              <a:t>sampai</a:t>
            </a:r>
            <a:r>
              <a:rPr lang="en-US" sz="2000" b="1" dirty="0"/>
              <a:t> 7. </a:t>
            </a:r>
            <a:r>
              <a:rPr lang="en-US" sz="2000" b="1" dirty="0" err="1"/>
              <a:t>Setiap</a:t>
            </a:r>
            <a:r>
              <a:rPr lang="en-US" sz="2000" b="1" dirty="0"/>
              <a:t> </a:t>
            </a:r>
            <a:r>
              <a:rPr lang="en-US" sz="2000" b="1" dirty="0" err="1"/>
              <a:t>nomor</a:t>
            </a:r>
            <a:r>
              <a:rPr lang="en-US" sz="2000" b="1" dirty="0"/>
              <a:t> </a:t>
            </a:r>
            <a:r>
              <a:rPr lang="en-US" sz="2000" b="1" dirty="0" err="1"/>
              <a:t>mewakili</a:t>
            </a:r>
            <a:r>
              <a:rPr lang="en-US" sz="2000" b="1" dirty="0"/>
              <a:t> </a:t>
            </a:r>
            <a:r>
              <a:rPr lang="en-US" sz="2000" b="1" dirty="0" err="1"/>
              <a:t>satu</a:t>
            </a:r>
            <a:r>
              <a:rPr lang="en-US" sz="2000" b="1" dirty="0"/>
              <a:t> </a:t>
            </a:r>
            <a:r>
              <a:rPr lang="en-US" sz="2000" b="1" dirty="0" err="1"/>
              <a:t>hari</a:t>
            </a:r>
            <a:r>
              <a:rPr lang="en-US" sz="2000" b="1" dirty="0"/>
              <a:t>, </a:t>
            </a:r>
            <a:r>
              <a:rPr lang="en-US" sz="2000" b="1" dirty="0" err="1"/>
              <a:t>mulai</a:t>
            </a:r>
            <a:r>
              <a:rPr lang="en-US" sz="2000" b="1" dirty="0"/>
              <a:t> </a:t>
            </a:r>
            <a:r>
              <a:rPr lang="en-US" sz="2000" b="1" dirty="0" err="1"/>
              <a:t>dari</a:t>
            </a:r>
            <a:r>
              <a:rPr lang="en-US" sz="2000" b="1" dirty="0"/>
              <a:t> Senin </a:t>
            </a:r>
            <a:r>
              <a:rPr lang="en-US" sz="2000" b="1" dirty="0" err="1"/>
              <a:t>hingga</a:t>
            </a:r>
            <a:r>
              <a:rPr lang="en-US" sz="2000" b="1" dirty="0"/>
              <a:t> </a:t>
            </a:r>
            <a:r>
              <a:rPr lang="en-US" sz="2000" b="1" dirty="0" err="1"/>
              <a:t>Minggu</a:t>
            </a:r>
            <a:r>
              <a:rPr lang="en-US" sz="2000" b="1" dirty="0"/>
              <a:t>. Program </a:t>
            </a:r>
            <a:r>
              <a:rPr lang="en-US" sz="2000" b="1" dirty="0" err="1"/>
              <a:t>kemudian</a:t>
            </a:r>
            <a:r>
              <a:rPr lang="en-US" sz="2000" b="1" dirty="0"/>
              <a:t> </a:t>
            </a:r>
            <a:r>
              <a:rPr lang="en-US" sz="2000" b="1" dirty="0" err="1"/>
              <a:t>memproses</a:t>
            </a:r>
            <a:r>
              <a:rPr lang="en-US" sz="2000" b="1" dirty="0"/>
              <a:t> input </a:t>
            </a:r>
            <a:r>
              <a:rPr lang="en-US" sz="2000" b="1" dirty="0" err="1"/>
              <a:t>tersebut</a:t>
            </a:r>
            <a:r>
              <a:rPr lang="en-US" sz="2000" b="1" dirty="0"/>
              <a:t> </a:t>
            </a:r>
            <a:r>
              <a:rPr lang="en-US" sz="2000" b="1" dirty="0" err="1"/>
              <a:t>menggunakan</a:t>
            </a:r>
            <a:r>
              <a:rPr lang="en-US" sz="2000" b="1" dirty="0"/>
              <a:t> </a:t>
            </a:r>
            <a:r>
              <a:rPr lang="en-US" sz="2000" b="1" dirty="0" err="1"/>
              <a:t>percabangan</a:t>
            </a:r>
            <a:r>
              <a:rPr lang="en-US" sz="2000" b="1" dirty="0"/>
              <a:t> (if/else </a:t>
            </a:r>
            <a:r>
              <a:rPr lang="en-US" sz="2000" b="1" dirty="0" err="1"/>
              <a:t>atau</a:t>
            </a:r>
            <a:r>
              <a:rPr lang="en-US" sz="2000" b="1" dirty="0"/>
              <a:t> switch case) </a:t>
            </a:r>
            <a:r>
              <a:rPr lang="en-US" sz="2000" b="1" dirty="0" err="1"/>
              <a:t>untuk</a:t>
            </a:r>
            <a:r>
              <a:rPr lang="en-US" sz="2000" b="1" dirty="0"/>
              <a:t> </a:t>
            </a:r>
            <a:r>
              <a:rPr lang="en-US" sz="2000" b="1" dirty="0" err="1"/>
              <a:t>menampilkan</a:t>
            </a:r>
            <a:r>
              <a:rPr lang="en-US" sz="2000" b="1" dirty="0"/>
              <a:t> nama </a:t>
            </a:r>
            <a:r>
              <a:rPr lang="en-US" sz="2000" b="1" dirty="0" err="1"/>
              <a:t>hari</a:t>
            </a:r>
            <a:r>
              <a:rPr lang="en-US" sz="2000" b="1" dirty="0"/>
              <a:t> dan </a:t>
            </a:r>
            <a:r>
              <a:rPr lang="en-US" sz="2000" b="1" dirty="0" err="1"/>
              <a:t>keterangan</a:t>
            </a:r>
            <a:r>
              <a:rPr lang="en-US" sz="2000" b="1" dirty="0"/>
              <a:t> </a:t>
            </a:r>
            <a:r>
              <a:rPr lang="en-US" sz="2000" b="1" dirty="0" err="1"/>
              <a:t>apakah</a:t>
            </a:r>
            <a:r>
              <a:rPr lang="en-US" sz="2000" b="1" dirty="0"/>
              <a:t> </a:t>
            </a:r>
            <a:r>
              <a:rPr lang="en-US" sz="2000" b="1" dirty="0" err="1"/>
              <a:t>hari</a:t>
            </a:r>
            <a:r>
              <a:rPr lang="en-US" sz="2000" b="1" dirty="0"/>
              <a:t> </a:t>
            </a:r>
            <a:r>
              <a:rPr lang="en-US" sz="2000" b="1" dirty="0" err="1"/>
              <a:t>tersebut</a:t>
            </a:r>
            <a:r>
              <a:rPr lang="en-US" sz="2000" b="1" dirty="0"/>
              <a:t> </a:t>
            </a:r>
            <a:r>
              <a:rPr lang="en-US" sz="2000" b="1" dirty="0" err="1"/>
              <a:t>termasuk</a:t>
            </a:r>
            <a:r>
              <a:rPr lang="en-US" sz="2000" b="1" dirty="0"/>
              <a:t> </a:t>
            </a:r>
            <a:r>
              <a:rPr lang="en-US" sz="2000" b="1" dirty="0" err="1"/>
              <a:t>hari</a:t>
            </a:r>
            <a:r>
              <a:rPr lang="en-US" sz="2000" b="1" dirty="0"/>
              <a:t> </a:t>
            </a:r>
            <a:r>
              <a:rPr lang="en-US" sz="2000" b="1" dirty="0" err="1"/>
              <a:t>aktif</a:t>
            </a:r>
            <a:r>
              <a:rPr lang="en-US" sz="2000" b="1" dirty="0"/>
              <a:t> </a:t>
            </a:r>
            <a:r>
              <a:rPr lang="en-US" sz="2000" b="1" dirty="0" err="1"/>
              <a:t>kuliah</a:t>
            </a:r>
            <a:r>
              <a:rPr lang="en-US" sz="2000" b="1" dirty="0"/>
              <a:t> </a:t>
            </a:r>
            <a:r>
              <a:rPr lang="en-US" sz="2000" b="1" dirty="0" err="1"/>
              <a:t>atau</a:t>
            </a:r>
            <a:r>
              <a:rPr lang="en-US" sz="2000" b="1" dirty="0"/>
              <a:t> </a:t>
            </a:r>
            <a:r>
              <a:rPr lang="en-US" sz="2000" b="1" dirty="0" err="1"/>
              <a:t>hari</a:t>
            </a:r>
            <a:r>
              <a:rPr lang="en-US" sz="2000" b="1" dirty="0"/>
              <a:t> </a:t>
            </a:r>
            <a:r>
              <a:rPr lang="en-US" sz="2000" b="1" dirty="0" err="1"/>
              <a:t>libur</a:t>
            </a:r>
            <a:r>
              <a:rPr lang="en-US" sz="2000" b="1" dirty="0"/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92360F-8FDF-469F-E714-0FD8A7C3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3627" y="552435"/>
            <a:ext cx="5131526" cy="575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A2E2E0-5145-D71B-1108-820E230B8A8D}"/>
              </a:ext>
            </a:extLst>
          </p:cNvPr>
          <p:cNvSpPr txBox="1"/>
          <p:nvPr/>
        </p:nvSpPr>
        <p:spPr>
          <a:xfrm>
            <a:off x="1633068" y="4372897"/>
            <a:ext cx="864164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   </a:t>
            </a:r>
            <a:r>
              <a:rPr lang="en-US" sz="2000" b="1" dirty="0" err="1"/>
              <a:t>Tampilan</a:t>
            </a:r>
            <a:r>
              <a:rPr lang="en-US" sz="2000" b="1" dirty="0"/>
              <a:t> </a:t>
            </a:r>
            <a:r>
              <a:rPr lang="en-US" sz="2000" b="1" dirty="0" err="1"/>
              <a:t>aplikasi</a:t>
            </a:r>
            <a:r>
              <a:rPr lang="en-US" sz="2000" b="1" dirty="0"/>
              <a:t> </a:t>
            </a:r>
            <a:r>
              <a:rPr lang="en-US" sz="2000" b="1" dirty="0" err="1"/>
              <a:t>dibuat</a:t>
            </a:r>
            <a:r>
              <a:rPr lang="en-US" sz="2000" b="1" dirty="0"/>
              <a:t> </a:t>
            </a:r>
            <a:r>
              <a:rPr lang="en-US" sz="2000" b="1" dirty="0" err="1"/>
              <a:t>dalam</a:t>
            </a:r>
            <a:r>
              <a:rPr lang="en-US" sz="2000" b="1" dirty="0"/>
              <a:t> </a:t>
            </a:r>
            <a:r>
              <a:rPr lang="en-US" sz="2000" b="1" dirty="0" err="1"/>
              <a:t>bentuk</a:t>
            </a:r>
            <a:r>
              <a:rPr lang="en-US" sz="2000" b="1" dirty="0"/>
              <a:t> </a:t>
            </a:r>
            <a:r>
              <a:rPr lang="en-US" sz="2000" b="1" dirty="0" err="1"/>
              <a:t>teks</a:t>
            </a:r>
            <a:r>
              <a:rPr lang="en-US" sz="2000" b="1" dirty="0"/>
              <a:t> (console) </a:t>
            </a:r>
            <a:r>
              <a:rPr lang="en-US" sz="2000" b="1" dirty="0" err="1"/>
              <a:t>sehingga</a:t>
            </a:r>
            <a:r>
              <a:rPr lang="en-US" sz="2000" b="1" dirty="0"/>
              <a:t> </a:t>
            </a:r>
            <a:r>
              <a:rPr lang="en-US" sz="2000" b="1" dirty="0" err="1"/>
              <a:t>sederhana</a:t>
            </a:r>
            <a:r>
              <a:rPr lang="en-US" sz="2000" b="1" dirty="0"/>
              <a:t> dan </a:t>
            </a:r>
            <a:r>
              <a:rPr lang="en-US" sz="2000" b="1" dirty="0" err="1"/>
              <a:t>mudah</a:t>
            </a:r>
            <a:r>
              <a:rPr lang="en-US" sz="2000" b="1" dirty="0"/>
              <a:t> </a:t>
            </a:r>
            <a:r>
              <a:rPr lang="en-US" sz="2000" b="1" dirty="0" err="1"/>
              <a:t>dipahami</a:t>
            </a:r>
            <a:r>
              <a:rPr lang="en-US" sz="2000" b="1" dirty="0"/>
              <a:t>. </a:t>
            </a:r>
            <a:r>
              <a:rPr lang="en-US" sz="2000" b="1" dirty="0" err="1"/>
              <a:t>Pengguna</a:t>
            </a:r>
            <a:r>
              <a:rPr lang="en-US" sz="2000" b="1" dirty="0"/>
              <a:t> </a:t>
            </a:r>
            <a:r>
              <a:rPr lang="en-US" sz="2000" b="1" dirty="0" err="1"/>
              <a:t>cukup</a:t>
            </a:r>
            <a:r>
              <a:rPr lang="en-US" sz="2000" b="1" dirty="0"/>
              <a:t> </a:t>
            </a:r>
            <a:r>
              <a:rPr lang="en-US" sz="2000" b="1" dirty="0" err="1"/>
              <a:t>memasukkan</a:t>
            </a:r>
            <a:r>
              <a:rPr lang="en-US" sz="2000" b="1" dirty="0"/>
              <a:t> </a:t>
            </a:r>
            <a:r>
              <a:rPr lang="en-US" sz="2000" b="1" dirty="0" err="1"/>
              <a:t>angka</a:t>
            </a:r>
            <a:r>
              <a:rPr lang="en-US" sz="2000" b="1" dirty="0"/>
              <a:t> </a:t>
            </a:r>
            <a:r>
              <a:rPr lang="en-US" sz="2000" b="1" dirty="0" err="1"/>
              <a:t>melalui</a:t>
            </a:r>
            <a:r>
              <a:rPr lang="en-US" sz="2000" b="1" dirty="0"/>
              <a:t> keyboard, </a:t>
            </a:r>
            <a:r>
              <a:rPr lang="en-US" sz="2000" b="1" dirty="0" err="1"/>
              <a:t>lalu</a:t>
            </a:r>
            <a:r>
              <a:rPr lang="en-US" sz="2000" b="1" dirty="0"/>
              <a:t> </a:t>
            </a:r>
            <a:r>
              <a:rPr lang="en-US" sz="2000" b="1" dirty="0" err="1"/>
              <a:t>hasil</a:t>
            </a:r>
            <a:r>
              <a:rPr lang="en-US" sz="2000" b="1" dirty="0"/>
              <a:t> </a:t>
            </a:r>
            <a:r>
              <a:rPr lang="en-US" sz="2000" b="1" dirty="0" err="1"/>
              <a:t>langsung</a:t>
            </a:r>
            <a:r>
              <a:rPr lang="en-US" sz="2000" b="1" dirty="0"/>
              <a:t> </a:t>
            </a:r>
            <a:r>
              <a:rPr lang="en-US" sz="2000" b="1" dirty="0" err="1"/>
              <a:t>ditampilkan</a:t>
            </a:r>
            <a:r>
              <a:rPr lang="en-US" sz="2000" b="1" dirty="0"/>
              <a:t> di </a:t>
            </a:r>
            <a:r>
              <a:rPr lang="en-US" sz="2000" b="1" dirty="0" err="1"/>
              <a:t>layar</a:t>
            </a:r>
            <a:r>
              <a:rPr lang="en-US" sz="2000" b="1" dirty="0"/>
              <a:t>. </a:t>
            </a:r>
            <a:r>
              <a:rPr lang="en-US" sz="2000" b="1" dirty="0" err="1"/>
              <a:t>Tampilan</a:t>
            </a:r>
            <a:r>
              <a:rPr lang="en-US" sz="2000" b="1" dirty="0"/>
              <a:t> </a:t>
            </a:r>
            <a:r>
              <a:rPr lang="en-US" sz="2000" b="1" dirty="0" err="1"/>
              <a:t>ini</a:t>
            </a:r>
            <a:r>
              <a:rPr lang="en-US" sz="2000" b="1" dirty="0"/>
              <a:t> </a:t>
            </a:r>
            <a:r>
              <a:rPr lang="en-US" sz="2000" b="1" dirty="0" err="1"/>
              <a:t>dipilih</a:t>
            </a:r>
            <a:r>
              <a:rPr lang="en-US" sz="2000" b="1" dirty="0"/>
              <a:t> agar </a:t>
            </a:r>
            <a:r>
              <a:rPr lang="en-US" sz="2000" b="1" dirty="0" err="1"/>
              <a:t>fokus</a:t>
            </a:r>
            <a:r>
              <a:rPr lang="en-US" sz="2000" b="1" dirty="0"/>
              <a:t> pada </a:t>
            </a:r>
            <a:r>
              <a:rPr lang="en-US" sz="2000" b="1" dirty="0" err="1"/>
              <a:t>fungsi</a:t>
            </a:r>
            <a:r>
              <a:rPr lang="en-US" sz="2000" b="1" dirty="0"/>
              <a:t> program dan </a:t>
            </a:r>
            <a:r>
              <a:rPr lang="en-US" sz="2000" b="1" dirty="0" err="1"/>
              <a:t>sesuai</a:t>
            </a:r>
            <a:r>
              <a:rPr lang="en-US" sz="2000" b="1" dirty="0"/>
              <a:t> </a:t>
            </a:r>
            <a:r>
              <a:rPr lang="en-US" sz="2000" b="1" dirty="0" err="1"/>
              <a:t>dengan</a:t>
            </a:r>
            <a:r>
              <a:rPr lang="en-US" sz="2000" b="1" dirty="0"/>
              <a:t> </a:t>
            </a:r>
            <a:r>
              <a:rPr lang="en-US" sz="2000" b="1" dirty="0" err="1"/>
              <a:t>pembelajaran</a:t>
            </a:r>
            <a:r>
              <a:rPr lang="en-US" sz="2000" b="1" dirty="0"/>
              <a:t> </a:t>
            </a:r>
            <a:r>
              <a:rPr lang="en-US" sz="2000" b="1" dirty="0" err="1"/>
              <a:t>pemrograman</a:t>
            </a:r>
            <a:r>
              <a:rPr lang="en-US" sz="2000" b="1" dirty="0"/>
              <a:t> </a:t>
            </a:r>
            <a:r>
              <a:rPr lang="en-US" sz="2000" b="1" dirty="0" err="1"/>
              <a:t>dasar</a:t>
            </a:r>
            <a:r>
              <a:rPr lang="en-US" sz="2000" b="1" dirty="0"/>
              <a:t>.</a:t>
            </a:r>
            <a:r>
              <a:rPr lang="en-US" sz="2000" dirty="0"/>
              <a:t> </a:t>
            </a:r>
          </a:p>
          <a:p>
            <a:pPr algn="just"/>
            <a:r>
              <a:rPr lang="en-US" sz="2000" b="1" dirty="0"/>
              <a:t>   </a:t>
            </a:r>
            <a:r>
              <a:rPr lang="en-US" sz="2000" b="1" dirty="0" err="1"/>
              <a:t>Secara</a:t>
            </a:r>
            <a:r>
              <a:rPr lang="en-US" sz="2000" b="1" dirty="0"/>
              <a:t> </a:t>
            </a:r>
            <a:r>
              <a:rPr lang="en-US" sz="2000" b="1" dirty="0" err="1"/>
              <a:t>keseluruhan</a:t>
            </a:r>
            <a:r>
              <a:rPr lang="en-US" sz="2000" b="1" dirty="0"/>
              <a:t>, </a:t>
            </a:r>
            <a:r>
              <a:rPr lang="en-US" sz="2000" b="1" dirty="0" err="1"/>
              <a:t>aplikasi</a:t>
            </a:r>
            <a:r>
              <a:rPr lang="en-US" sz="2000" b="1" dirty="0"/>
              <a:t> </a:t>
            </a:r>
            <a:r>
              <a:rPr lang="en-US" sz="2000" b="1" dirty="0" err="1"/>
              <a:t>ini</a:t>
            </a:r>
            <a:r>
              <a:rPr lang="en-US" sz="2000" b="1" dirty="0"/>
              <a:t> </a:t>
            </a:r>
            <a:r>
              <a:rPr lang="en-US" sz="2000" b="1" dirty="0" err="1"/>
              <a:t>menunjukkan</a:t>
            </a:r>
            <a:r>
              <a:rPr lang="en-US" sz="2000" b="1" dirty="0"/>
              <a:t> </a:t>
            </a:r>
            <a:r>
              <a:rPr lang="en-US" sz="2000" b="1" dirty="0" err="1"/>
              <a:t>penerapan</a:t>
            </a:r>
            <a:r>
              <a:rPr lang="en-US" sz="2000" b="1" dirty="0"/>
              <a:t> </a:t>
            </a:r>
            <a:r>
              <a:rPr lang="en-US" sz="2000" b="1" dirty="0" err="1"/>
              <a:t>logika</a:t>
            </a:r>
            <a:r>
              <a:rPr lang="en-US" sz="2000" b="1" dirty="0"/>
              <a:t> </a:t>
            </a:r>
            <a:r>
              <a:rPr lang="en-US" sz="2000" b="1" dirty="0" err="1"/>
              <a:t>dasar</a:t>
            </a:r>
            <a:r>
              <a:rPr lang="en-US" sz="2000" b="1" dirty="0"/>
              <a:t> </a:t>
            </a:r>
            <a:r>
              <a:rPr lang="en-US" sz="2000" b="1" dirty="0" err="1"/>
              <a:t>pemrograman</a:t>
            </a:r>
            <a:r>
              <a:rPr lang="en-US" sz="2000" b="1" dirty="0"/>
              <a:t> </a:t>
            </a:r>
            <a:r>
              <a:rPr lang="en-US" sz="2000" b="1" dirty="0" err="1"/>
              <a:t>dalam</a:t>
            </a:r>
            <a:r>
              <a:rPr lang="en-US" sz="2000" b="1" dirty="0"/>
              <a:t> </a:t>
            </a:r>
            <a:r>
              <a:rPr lang="en-US" sz="2000" b="1" dirty="0" err="1"/>
              <a:t>bentuk</a:t>
            </a:r>
            <a:r>
              <a:rPr lang="en-US" sz="2000" b="1" dirty="0"/>
              <a:t> </a:t>
            </a:r>
            <a:r>
              <a:rPr lang="en-US" sz="2000" b="1" dirty="0" err="1"/>
              <a:t>aplikasi</a:t>
            </a:r>
            <a:r>
              <a:rPr lang="en-US" sz="2000" b="1" dirty="0"/>
              <a:t> yang </a:t>
            </a:r>
            <a:r>
              <a:rPr lang="en-US" sz="2000" b="1" dirty="0" err="1"/>
              <a:t>sederhana</a:t>
            </a:r>
            <a:r>
              <a:rPr lang="en-US" sz="2000" b="1" dirty="0"/>
              <a:t>, </a:t>
            </a:r>
            <a:r>
              <a:rPr lang="en-US" sz="2000" b="1" dirty="0" err="1"/>
              <a:t>fungsional</a:t>
            </a:r>
            <a:r>
              <a:rPr lang="en-US" sz="2000" b="1" dirty="0"/>
              <a:t>, dan </a:t>
            </a:r>
            <a:r>
              <a:rPr lang="en-US" sz="2000" b="1" dirty="0" err="1"/>
              <a:t>mudah</a:t>
            </a:r>
            <a:r>
              <a:rPr lang="en-US" sz="2000" b="1" dirty="0"/>
              <a:t> </a:t>
            </a:r>
            <a:r>
              <a:rPr lang="en-US" sz="2000" b="1" dirty="0" err="1"/>
              <a:t>digunakan</a:t>
            </a:r>
            <a:r>
              <a:rPr lang="en-US" sz="2000" b="1" dirty="0"/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7B7FFA-E570-EE7F-2717-2400B7D53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876" y="474797"/>
            <a:ext cx="7384024" cy="381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405" r="14405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ID" dirty="0"/>
              <a:t>Dasar system computer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{B354A031-C618-4B11-BF46-AFADB05A7B9D}TF51de1e5f-e0e8-4dd0-99f3-5b7584f7abdc7d30e886_win32-78d4aef5ad8e</Template>
  <TotalTime>27</TotalTime>
  <Words>211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Daytona Condensed Light</vt:lpstr>
      <vt:lpstr>Posterama</vt:lpstr>
      <vt:lpstr>Custom</vt:lpstr>
      <vt:lpstr>Dasar sistem komputer aplikasi menentukan hari kuliah berdasarkan no hari 1-7</vt:lpstr>
      <vt:lpstr>Proyek aplikasi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ricofiqryr@gmail.com</dc:creator>
  <cp:lastModifiedBy>ricofiqryr@gmail.com</cp:lastModifiedBy>
  <cp:revision>1</cp:revision>
  <dcterms:created xsi:type="dcterms:W3CDTF">2026-01-18T07:16:15Z</dcterms:created>
  <dcterms:modified xsi:type="dcterms:W3CDTF">2026-01-18T07:43:48Z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